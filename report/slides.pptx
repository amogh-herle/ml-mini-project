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8FB4FF"/>
                </a:solidFill>
                <a:latin typeface="Arial"/>
              </a:rPr>
              <a:t>UE24CS352A — MACHINE LEARNING MINI-PROJECT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371600"/>
            <a:ext cx="1463040" cy="64008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BFBF8"/>
                </a:solidFill>
                <a:latin typeface="Arial"/>
              </a:rPr>
              <a:t>Classification of Legal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7D4EA"/>
                </a:solidFill>
                <a:latin typeface="Arial"/>
              </a:rPr>
              <a:t>Replicating &amp; tuning a Stanford CS229 NLP project — teaching a classifier to read U.S. Supreme Court opinions and guess their legal category.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502920"/>
            <a:ext cx="1371600" cy="1371600"/>
          </a:xfrm>
          <a:prstGeom prst="ellipse">
            <a:avLst/>
          </a:prstGeom>
          <a:solidFill>
            <a:srgbClr val="1C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8FB4FF"/>
                </a:solidFill>
                <a:latin typeface="Arial"/>
              </a:rPr>
              <a:t>68.8%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6E85AD"/>
                </a:solidFill>
                <a:latin typeface="Arial"/>
              </a:rPr>
              <a:t>best test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85AD"/>
                </a:solidFill>
                <a:latin typeface="Arial"/>
              </a:rPr>
              <a:t>Based on: Krithika Iyer, "Classification of Legal Text" (CS229, 2020)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Can a simple model guess a court ruling's legal category?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Legal opinions use long, non-standard sentence structures that break typical NLP tooling. We classify U.S. Supreme Court opinions into their human-curated legal category — at two levels of detail.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63240"/>
            <a:ext cx="4937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Broad categories (issue_area) — e.g. Criminal Procedure, Civil Rights, First Amendment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493776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0" y="3063240"/>
            <a:ext cx="4937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260+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Fine-grained issue codes (issue) — much harder, far less data per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3063240"/>
            <a:ext cx="493776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Real Supreme Court opinions — no substitute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Same source the original paper used: the Supreme Court Database via the textacy package. Still downloadable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23160"/>
            <a:ext cx="32918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8,419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opinions, 1946-2016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9184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2423160"/>
            <a:ext cx="32918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7,971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after filtering rare classes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2423160"/>
            <a:ext cx="329184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423160"/>
            <a:ext cx="3474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70/15/15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train / dev /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2423160"/>
            <a:ext cx="347472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A7179"/>
                </a:solidFill>
                <a:latin typeface="Arial"/>
              </a:rPr>
              <a:t>Opinions run long (median ~34,000 characters) — each truncated to its first 4,000 characters so training stays fast, keeping the part where judges usually state the issue and holding.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Two ways to featurize legal text, one classifier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50292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LDA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Finds abstract recurring topics across all rulings (gensim, TF-IDF). Each ruling becomes a mix-of-topics score. A classifier maps topic mix → category.
Tuned: 100 topics (vs. 50 default)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502920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828800"/>
            <a:ext cx="51206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Doc2Vec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Learns a dense numeric “fingerprint” per ruling by predicting words in context (gensim Doc2Vec). Same classifier maps fingerprint → category.
Tuned: 50-dim vectors (vs. 100 default)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828800"/>
            <a:ext cx="512064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A7179"/>
                </a:solidFill>
                <a:latin typeface="Arial"/>
              </a:rPr>
              <a:t>A third method (BERT) was in the original paper, but it ran out of memory there — no baseline to replicate.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1 —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Paper's default settings, our dataset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463040"/>
                <a:gridCol w="960120"/>
                <a:gridCol w="8686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0.013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0.290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Doc2Vec beats LDA on both tasks. The coarser 15-category task is much easier than the 260+-category task — matches the original paper's pattern.</a:t>
            </a:r>
          </a:p>
        </p:txBody>
      </p:sp>
      <p:pic>
        <p:nvPicPr>
          <p:cNvPr id="7" name="Picture 6" descr="phase1_tes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212080" cy="289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2 — 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Dev-only tuning, test touched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 + 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Param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48.7%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42.0%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LDA needed more topics (50→100) to separate 15+ categories. Doc2Vec preferred a smaller fingerprint (100→50) — with only ~5,600 training rulings, bigger vectors just overfit.</a:t>
            </a:r>
          </a:p>
        </p:txBody>
      </p:sp>
      <p:pic>
        <p:nvPicPr>
          <p:cNvPr id="7" name="Picture 6" descr="before_after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663440" cy="259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3 — BEYOND THE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Same features, different classifier on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The paper only tries Logistic Regression. We also tried SVM, Random Forest, and Naive Bayes — same Doc2Vec fingerprints, issue_area task.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377440"/>
          <a:ext cx="4937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SVM (RBF)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68.8%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0.499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Naive Bayes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58.7%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754880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SVM wins — its RBF kernel draws a curved decision boundary through the embedding space that straight-line Logistic Regression can't match.</a:t>
            </a:r>
          </a:p>
        </p:txBody>
      </p:sp>
      <p:pic>
        <p:nvPicPr>
          <p:cNvPr id="8" name="Picture 7" descr="classifi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00200"/>
            <a:ext cx="5394960" cy="29672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LDA guesses the majority class. Doc2Vec doesn't.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50292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B3261E"/>
                </a:solidFill>
                <a:latin typeface="Arial"/>
              </a:rPr>
              <a:t>LDA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Macro-F1 (0.267) trails accuracy (48.7%) badly — it defaults to the two biggest categories (Criminal Procedure, Economic Activity) and misses rare ones almost entirely (Privacy, Attorneys, Interstate Relations: near 0 recall).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5029200" cy="54864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828800"/>
            <a:ext cx="51206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1E7A3D"/>
                </a:solidFill>
                <a:latin typeface="Arial"/>
              </a:rPr>
              <a:t>Doc2Vec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Far more balanced — still finds minority categories like Privacy (F1 0.26) and Attorneys (F1 0.31) that LDA completely misses, because it reads context, not just word counts.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828800"/>
            <a:ext cx="5120640" cy="54864"/>
          </a:xfrm>
          <a:prstGeom prst="rect">
            <a:avLst/>
          </a:prstGeom>
          <a:solidFill>
            <a:srgbClr val="1E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A7179"/>
                </a:solidFill>
                <a:latin typeface="Arial"/>
              </a:rPr>
              <a:t>Same pattern the original paper reports on its own category breakdown.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8FB4FF"/>
                </a:solidFill>
                <a:latin typeface="Arial"/>
              </a:rPr>
              <a:t>CONCLUSIONS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463040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35608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Doc2Vec embeddings consistently beat LDA topic features on this task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029968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02536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Coarse 15-category task is much easier than the 260+-category one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596896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69464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Tuning hyperparameters gave real gains everywhere (not just marginal)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163824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136392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SVM beat every classifier tried — classifier choice mattered almost as much as features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730752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0332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Our numbers land in the same range and order as the original paper's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297680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270248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BERT not replicated — paper's own attempt ran out of memory, no baseline to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309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8FB4FF"/>
                </a:solidFill>
                <a:latin typeface="Arial"/>
              </a:rPr>
              <a:t>github.com/amogh-herle/ML-MINI-PROJECT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85AD"/>
                </a:solidFill>
                <a:latin typeface="Arial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