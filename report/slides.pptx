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423160"/>
            <a:ext cx="3474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828800"/>
            <a:ext cx="5120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3736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91840"/>
                <a:gridCol w="2286000"/>
                <a:gridCol w="22860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Label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Macro-F1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 (15-label)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 (fine-grained)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 (15-label)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 (fine-grained)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0233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3736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94560"/>
                <a:gridCol w="205740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Tuned 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023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86000"/>
          <a:ext cx="7772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057400"/>
                <a:gridCol w="20574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Macro-F1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 kernel)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3776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B3261E"/>
                </a:solidFill>
                <a:latin typeface="Arial"/>
              </a:rPr>
              <a:t>LDA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Macro-F1 (0.267) trails accuracy (48.7%) badly — it defaults to the two biggest categories (Criminal Procedure, Economic Activity) and misses rare ones almost entirely (Privacy, Attorneys, Interstate Relations: near 0 recall).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828800"/>
            <a:ext cx="51206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1E7A3D"/>
                </a:solidFill>
                <a:latin typeface="Arial"/>
              </a:rPr>
              <a:t>Doc2Vec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Far more balanced — still finds minority categories like Privacy (F1 0.26) and Attorneys (F1 0.31) that LDA completely misses, because it reads context, not just word counts.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663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Same pattern the original paper reports on its own category breakdown.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900">
                <a:solidFill>
                  <a:srgbClr val="E3E9F5"/>
                </a:solidFill>
                <a:latin typeface="Arial"/>
              </a:rPr>
              <a:t>•  Doc2Vec embeddings consistently beat LDA topic features on this task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900">
                <a:solidFill>
                  <a:srgbClr val="E3E9F5"/>
                </a:solidFill>
                <a:latin typeface="Arial"/>
              </a:rPr>
              <a:t>•  Coarse 15-category task is much easier than the 260+-category one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900">
                <a:solidFill>
                  <a:srgbClr val="E3E9F5"/>
                </a:solidFill>
                <a:latin typeface="Arial"/>
              </a:rPr>
              <a:t>•  Tuning hyperparameters gave real gains everywhere (not just marginal)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900">
                <a:solidFill>
                  <a:srgbClr val="E3E9F5"/>
                </a:solidFill>
                <a:latin typeface="Arial"/>
              </a:rPr>
              <a:t>•  SVM beat every classifier tried — classifier choice mattered almost as much as features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900">
                <a:solidFill>
                  <a:srgbClr val="E3E9F5"/>
                </a:solidFill>
                <a:latin typeface="Arial"/>
              </a:rPr>
              <a:t>•  Our numbers land in the same range and order as the original paper's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900">
                <a:solidFill>
                  <a:srgbClr val="E3E9F5"/>
                </a:solidFill>
                <a:latin typeface="Arial"/>
              </a:rPr>
              <a:t>•  BERT not replicated — paper's own attempt ran out of memory, no baseline to 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