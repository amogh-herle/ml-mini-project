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" y="137160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502920"/>
            <a:ext cx="1371600" cy="1371600"/>
          </a:xfrm>
          <a:prstGeom prst="ellipse">
            <a:avLst/>
          </a:prstGeom>
          <a:solidFill>
            <a:srgbClr val="1C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FB4FF"/>
                </a:solidFill>
                <a:latin typeface="Arial"/>
              </a:rPr>
              <a:t>68.8%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E85AD"/>
                </a:solidFill>
                <a:latin typeface="Arial"/>
              </a:rPr>
              <a:t>best 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6324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3191256"/>
            <a:ext cx="73152" cy="157276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306324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3328" y="3191256"/>
            <a:ext cx="73152" cy="157276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1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918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2423160"/>
            <a:ext cx="32918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0" y="2423160"/>
            <a:ext cx="347472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7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3" name="Oval 12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2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02920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1956816"/>
            <a:ext cx="73152" cy="2761487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BFBF8"/>
                </a:solidFill>
                <a:latin typeface="Arial"/>
              </a:rPr>
              <a:t>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82880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956816"/>
            <a:ext cx="73152" cy="2761487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0" y="1828800"/>
            <a:ext cx="457200" cy="457200"/>
          </a:xfrm>
          <a:prstGeom prst="ellipse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BFBF8"/>
                </a:solidFill>
                <a:latin typeface="Arial"/>
              </a:rPr>
              <a:t>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12" name="Oval 11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3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96012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pic>
        <p:nvPicPr>
          <p:cNvPr id="7" name="Picture 6" descr="phase1_te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212080" cy="28956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4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pic>
        <p:nvPicPr>
          <p:cNvPr id="7" name="Picture 6" descr="before_aft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663440" cy="2590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5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Gaussian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 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5262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SVM (RBF, C=1.0), Random Forest (200 trees) and Naive Bayes use defaults, untuned; LR (C=1.0) is the tuned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pic>
        <p:nvPicPr>
          <p:cNvPr id="9" name="Picture 8" descr="classifi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6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4 — DEEPER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Arial"/>
              </a:rPr>
              <a:t>What tuning really did to accuracy —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A5568"/>
                </a:solidFill>
                <a:latin typeface="Arial"/>
              </a:rPr>
              <a:t>SVM, Random Forest and Naive Bayes from Phase 3 were still untuned. We grid-searched kernels, tree depth and smoothing — selected on dev macro-F1, not accuracy. All 14 feature × task × classifier combinations, in full: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74519"/>
          <a:ext cx="99669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43000"/>
                <a:gridCol w="1417320"/>
                <a:gridCol w="1371600"/>
                <a:gridCol w="1371600"/>
                <a:gridCol w="1371600"/>
                <a:gridCol w="1371600"/>
              </a:tblGrid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Acc 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Acc 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F1 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F1 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34.0%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33.9%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0.173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40.3%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18.5%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25.6%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0.180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21.1%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23.2%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20.8%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0.075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(Multinomial)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63.3%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0.512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60.2%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51.4%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46.1%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46.6%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40.4%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0.137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0.294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249949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(Multinomial)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33.5%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0.076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76072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5568"/>
                </a:solidFill>
                <a:latin typeface="Arial"/>
              </a:rPr>
              <a:t>SVM's accuracy actually dropped (68.8% → 63.3%) even though its F1 rose — tuning for macro-F1 traded raw accuracy for fairness across categories. Gaussian NB on LDA/issue_area is the one case where both rose sharply (13.1% → 40.4% accuracy).</a:t>
            </a:r>
          </a:p>
        </p:txBody>
      </p:sp>
      <p:sp>
        <p:nvSpPr>
          <p:cNvPr id="8" name="Oval 7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7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pic>
        <p:nvPicPr>
          <p:cNvPr id="5" name="Picture 4" descr="per_category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1600200"/>
            <a:ext cx="822960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88720" y="5870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LDA — collapses on rare categories (near-0 F1 on Privacy, Attorneys)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870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Doc2Vec — far more balanced across all 13 categories</a:t>
            </a:r>
          </a:p>
        </p:txBody>
      </p:sp>
      <p:sp>
        <p:nvSpPr>
          <p:cNvPr id="10" name="Oval 9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8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Arial"/>
              </a:rPr>
              <a:t>Where the best model actually gets confused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280160"/>
            <a:ext cx="493776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A5568"/>
                </a:solidFill>
                <a:latin typeface="Arial"/>
              </a:rPr>
              <a:t>Rows = true category, columns = predicted — Economic Activity pulls in misclassifications from Judicial Power and Federalism.</a:t>
            </a:r>
          </a:p>
        </p:txBody>
      </p:sp>
      <p:sp>
        <p:nvSpPr>
          <p:cNvPr id="7" name="Oval 6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9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Each phase pushed the best model further</a:t>
            </a:r>
          </a:p>
        </p:txBody>
      </p:sp>
      <p:pic>
        <p:nvPicPr>
          <p:cNvPr id="5" name="Picture 4" descr="progress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37719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675120" y="2377440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35000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1: Doc2Vec + Logistic Regression, paper's default settings — 59.1%</a:t>
            </a:r>
          </a:p>
        </p:txBody>
      </p:sp>
      <p:sp>
        <p:nvSpPr>
          <p:cNvPr id="8" name="Oval 7"/>
          <p:cNvSpPr/>
          <p:nvPr/>
        </p:nvSpPr>
        <p:spPr>
          <a:xfrm>
            <a:off x="6675120" y="2944368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916936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2: tuned vector_size (100→50) and C on dev only — 62.2%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3511296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483864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3: swapped in SVM (RBF kernel) on the same features — 68.8%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8463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4A5568"/>
                </a:solidFill>
                <a:latin typeface="Arial"/>
              </a:rPr>
              <a:t>Nearly 10 points of accuracy gained beyond the paper's own result, without touching the dataset.</a:t>
            </a:r>
          </a:p>
        </p:txBody>
      </p:sp>
      <p:sp>
        <p:nvSpPr>
          <p:cNvPr id="13" name="Oval 12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10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28016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52728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Doc2Vec embeddings consistently beat LDA topic features on this task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7393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46504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Coarse 15-category task is much easier than the 260+-category one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267712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40280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Tuning hyperparameters gave real gains in every phase, not just marginal ones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61488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34056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SVM beat every classifier on Doc2Vec issue_area (on LDA ~level with LR: 49.1 vs 48.7%)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255264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27832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Phase 4: wider grids + macro-F1 selection more than doubled Gaussian NB's F1 on LDA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749039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21607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Our numbers land in the same range and order as the original paper's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4281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15383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BERT not replicated — paper's own attempt ran out of memory, no baseline to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19" name="Oval 18"/>
          <p:cNvSpPr/>
          <p:nvPr/>
        </p:nvSpPr>
        <p:spPr>
          <a:xfrm>
            <a:off x="935705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85AD"/>
                </a:solidFill>
                <a:latin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